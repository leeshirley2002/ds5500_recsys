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Milestones &amp; Risks  (updated for completed EDA)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BD4"/>
                </a:solidFill>
                <a:latin typeface="Calibri"/>
              </a:rPr>
              <a:t>Phase 1 done  ·  Phase 2 next: purchase-only baselines + temporal eval  ·  DS5500 RecSys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70432"/>
            <a:ext cx="2697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269748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435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Phase 1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2618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5E0E6"/>
                </a:solidFill>
                <a:latin typeface="Calibri"/>
              </a:rPr>
              <a:t>Wks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647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4B"/>
                </a:solidFill>
                <a:latin typeface="Calibri"/>
              </a:rPr>
              <a:t>Ingest &amp; EDA (done)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76272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•  Repo + active cohort (K≥5)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•  Cart→purchase signal EDA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•  Item/category EDA + explor. clusters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170432"/>
            <a:ext cx="2697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170432"/>
            <a:ext cx="2697480" cy="50292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2435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5E0E6"/>
                </a:solidFill>
                <a:latin typeface="Calibri"/>
              </a:rPr>
              <a:t>Wks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7647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4B"/>
                </a:solidFill>
                <a:latin typeface="Calibri"/>
              </a:rPr>
              <a:t>Baselines (next)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176272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•  Temporal train/val/test split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•  Popularity / LightFM / SASRec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•  Benchmark table (purchase-only)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170432"/>
            <a:ext cx="2697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170432"/>
            <a:ext cx="2697480" cy="50292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2435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12618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5E0E6"/>
                </a:solidFill>
                <a:latin typeface="Calibri"/>
              </a:rPr>
              <a:t>Wks 5–6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17647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4B"/>
                </a:solidFill>
                <a:latin typeface="Calibri"/>
              </a:rPr>
              <a:t>Cart- &amp; category-aware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176272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•  Cart-augmented SASRec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•  Category embeddings / conditioning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•  Train-only category features if used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170432"/>
            <a:ext cx="2697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1170432"/>
            <a:ext cx="2697480" cy="502920"/>
          </a:xfrm>
          <a:prstGeom prst="rect">
            <a:avLst/>
          </a:prstGeom>
          <a:solidFill>
            <a:srgbClr val="144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12435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126187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5E0E6"/>
                </a:solidFill>
                <a:latin typeface="Calibri"/>
              </a:rPr>
              <a:t>Wks 7–8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17647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4B"/>
                </a:solidFill>
                <a:latin typeface="Calibri"/>
              </a:rPr>
              <a:t>Evaluate &amp; 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2176272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•  Novelty / Coverage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•  Stratified eval + ablation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5C6B73"/>
                </a:solidFill>
                <a:latin typeface="Calibri"/>
              </a:rPr>
              <a:t>•  Report, slides, public GitHub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3977639"/>
            <a:ext cx="115214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0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977639"/>
            <a:ext cx="91440" cy="2651760"/>
          </a:xfrm>
          <a:prstGeom prst="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087367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Calibri"/>
              </a:rPr>
              <a:t>Risks &amp; Mitigations  (updated with EDA evidence)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434839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C4749"/>
                </a:solidFill>
                <a:latin typeface="Calibri"/>
              </a:rPr>
              <a:t>⚠  Anonymized categories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5C6B73"/>
                </a:solidFill>
                <a:latin typeface="Calibri"/>
              </a:rPr>
              <a:t>Still no readable labels — cannot name product types from clusters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B3A4B"/>
                </a:solidFill>
                <a:latin typeface="Calibri"/>
              </a:rPr>
              <a:t>EDA: categories differ in cart intensity (soft k=2). Report anonymized groups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434839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C4749"/>
                </a:solidFill>
                <a:latin typeface="Calibri"/>
              </a:rPr>
              <a:t>⚠  Scale / compute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5C6B73"/>
                </a:solidFill>
                <a:latin typeface="Calibri"/>
              </a:rPr>
              <a:t>Full logs still too large for sequence training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B3A4B"/>
                </a:solidFill>
                <a:latin typeface="Calibri"/>
              </a:rPr>
              <a:t>Mitigated: active cohort retained ~70% events; cache Parquet; keep candidate pool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440679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C4749"/>
                </a:solidFill>
                <a:latin typeface="Calibri"/>
              </a:rPr>
              <a:t>⚠  Purchase sparsity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5C6B73"/>
                </a:solidFill>
                <a:latin typeface="Calibri"/>
              </a:rPr>
              <a:t>Short histories / rare categories → noisy estimates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B3A4B"/>
                </a:solidFill>
                <a:latin typeface="Calibri"/>
              </a:rPr>
              <a:t>Mitigated: K≥5 cohort; top-SKU candidate pool; bootstrap CIs in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440679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C4749"/>
                </a:solidFill>
                <a:latin typeface="Calibri"/>
              </a:rPr>
              <a:t>⚠  Negative transfer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5C6B73"/>
                </a:solidFill>
                <a:latin typeface="Calibri"/>
              </a:rPr>
              <a:t>Category / cluster conditioning may help some groups, hurt others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B3A4B"/>
                </a:solidFill>
                <a:latin typeface="Calibri"/>
              </a:rPr>
              <a:t>Phase 3–4: stratified eval by category/cluster + CIs on metric deltas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